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15" d="100"/>
          <a:sy n="115" d="100"/>
        </p:scale>
        <p:origin x="1016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0C18DA-A524-CE1B-B197-E5966E16EC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dirty="0"/>
              <a:t>Mastertitelformat bearbeiten</a:t>
            </a:r>
            <a:endParaRPr lang="de-AT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E3BEA06-EAC6-BEF3-0C25-F170FC6400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ED1FD1-2FEB-70F0-6AC8-0DF7A481B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B9245-2B6B-4048-B52D-66F9C2254AD3}" type="datetimeFigureOut">
              <a:rPr lang="de-AT" smtClean="0"/>
              <a:t>05.03.26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D36062-230E-253A-F151-13B912892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4E78AB-22BE-BABC-D50F-B98C99591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D024B-27DA-D84E-99FA-6FD47CDC019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04238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8D4218-FC4D-84FC-FD97-DE29D2C18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1E34898-F753-CAAC-A6CA-086D04DC5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C0C7CE3-2669-40B5-A9F5-451DF9DD7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B9245-2B6B-4048-B52D-66F9C2254AD3}" type="datetimeFigureOut">
              <a:rPr lang="de-AT" smtClean="0"/>
              <a:t>05.03.26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F85FBD-DD88-CE58-CF56-77CD1BD6D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43F13D-EF72-FA3A-3CEB-15D4A03D5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D024B-27DA-D84E-99FA-6FD47CDC0192}" type="slidenum">
              <a:rPr lang="de-AT" smtClean="0"/>
              <a:t>‹Nr.›</a:t>
            </a:fld>
            <a:endParaRPr lang="de-AT"/>
          </a:p>
        </p:txBody>
      </p:sp>
      <p:pic>
        <p:nvPicPr>
          <p:cNvPr id="7" name="Grafik 6" descr="Ein Bild, das Logo, Grafiken, Schrift, Symbol enthält.&#10;&#10;KI-generierte Inhalte können fehlerhaft sein.">
            <a:extLst>
              <a:ext uri="{FF2B5EF4-FFF2-40B4-BE49-F238E27FC236}">
                <a16:creationId xmlns:a16="http://schemas.microsoft.com/office/drawing/2014/main" id="{07FA86E6-4E3F-7B06-CFD3-9F09F70038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0609" y="6219825"/>
            <a:ext cx="510326" cy="50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59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711CB7-374D-A939-B7C0-5381F5B57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1A6B465-4390-A5E6-AEE0-B7B601351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711C387-DA55-3504-84FC-60F19014F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B9245-2B6B-4048-B52D-66F9C2254AD3}" type="datetimeFigureOut">
              <a:rPr lang="de-AT" smtClean="0"/>
              <a:t>05.03.26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3A0EDE-29CC-038A-B942-3BD7C2777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21A0B46-0C89-AD51-D2A1-17700FDC1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D024B-27DA-D84E-99FA-6FD47CDC0192}" type="slidenum">
              <a:rPr lang="de-AT" smtClean="0"/>
              <a:t>‹Nr.›</a:t>
            </a:fld>
            <a:endParaRPr lang="de-AT"/>
          </a:p>
        </p:txBody>
      </p:sp>
      <p:pic>
        <p:nvPicPr>
          <p:cNvPr id="7" name="Grafik 6" descr="Ein Bild, das Logo, Grafiken, Schrift, Symbol enthält.&#10;&#10;KI-generierte Inhalte können fehlerhaft sein.">
            <a:extLst>
              <a:ext uri="{FF2B5EF4-FFF2-40B4-BE49-F238E27FC236}">
                <a16:creationId xmlns:a16="http://schemas.microsoft.com/office/drawing/2014/main" id="{2DECBB50-8C42-24FC-DEDE-8D19146931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0609" y="6219825"/>
            <a:ext cx="510326" cy="50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213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76B4E9-C765-F625-2958-515507AF5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5EF7D91-F801-E821-3243-50CA994AAA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6798FB6-8ADE-8EBC-E339-6476E36423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3EE6D96-CECD-8016-7F34-F7D52B4A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B9245-2B6B-4048-B52D-66F9C2254AD3}" type="datetimeFigureOut">
              <a:rPr lang="de-AT" smtClean="0"/>
              <a:t>05.03.26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87CD1C3-B55C-684A-AC46-7A0887E05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D3FB1EE-8498-0626-7C2D-1C9C42456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D024B-27DA-D84E-99FA-6FD47CDC0192}" type="slidenum">
              <a:rPr lang="de-AT" smtClean="0"/>
              <a:t>‹Nr.›</a:t>
            </a:fld>
            <a:endParaRPr lang="de-AT"/>
          </a:p>
        </p:txBody>
      </p:sp>
      <p:pic>
        <p:nvPicPr>
          <p:cNvPr id="8" name="Grafik 7" descr="Ein Bild, das Logo, Grafiken, Schrift, Symbol enthält.&#10;&#10;KI-generierte Inhalte können fehlerhaft sein.">
            <a:extLst>
              <a:ext uri="{FF2B5EF4-FFF2-40B4-BE49-F238E27FC236}">
                <a16:creationId xmlns:a16="http://schemas.microsoft.com/office/drawing/2014/main" id="{F39F6040-029A-CB66-ADAB-CA1F218862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0609" y="6219825"/>
            <a:ext cx="510326" cy="50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385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DBB8AC-2F7F-2427-C57A-06807569E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6687939-85B5-D7A1-D3DA-2F77A772F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740230F-379D-9986-3DE5-9E107832E6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816EAD4-3F35-747E-88C6-2B8F8DDA3B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DBFA939-240A-52FF-A306-3F6F6F1C0C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AF53CA8-B3B2-229A-C790-978F99AFB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B9245-2B6B-4048-B52D-66F9C2254AD3}" type="datetimeFigureOut">
              <a:rPr lang="de-AT" smtClean="0"/>
              <a:t>05.03.26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0407451-9BE3-B24D-5EAE-A002C0E36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167CEF9-FA70-AF14-D81E-A5F40F87D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D024B-27DA-D84E-99FA-6FD47CDC0192}" type="slidenum">
              <a:rPr lang="de-AT" smtClean="0"/>
              <a:t>‹Nr.›</a:t>
            </a:fld>
            <a:endParaRPr lang="de-AT"/>
          </a:p>
        </p:txBody>
      </p:sp>
      <p:pic>
        <p:nvPicPr>
          <p:cNvPr id="10" name="Grafik 9" descr="Ein Bild, das Logo, Grafiken, Schrift, Symbol enthält.&#10;&#10;KI-generierte Inhalte können fehlerhaft sein.">
            <a:extLst>
              <a:ext uri="{FF2B5EF4-FFF2-40B4-BE49-F238E27FC236}">
                <a16:creationId xmlns:a16="http://schemas.microsoft.com/office/drawing/2014/main" id="{8DE76048-12D0-934A-76E6-65CA612638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0609" y="6219825"/>
            <a:ext cx="510326" cy="50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43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039C17-F1BA-F20F-60D2-C9D28D42E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42AD823-FB09-4080-FCA5-BF928330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B9245-2B6B-4048-B52D-66F9C2254AD3}" type="datetimeFigureOut">
              <a:rPr lang="de-AT" smtClean="0"/>
              <a:t>05.03.26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327B3F3-53E3-DCB7-C103-37DCCB19D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9D79D7F-FC79-166F-E485-B7CAA85EF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D024B-27DA-D84E-99FA-6FD47CDC0192}" type="slidenum">
              <a:rPr lang="de-AT" smtClean="0"/>
              <a:t>‹Nr.›</a:t>
            </a:fld>
            <a:endParaRPr lang="de-AT"/>
          </a:p>
        </p:txBody>
      </p:sp>
      <p:pic>
        <p:nvPicPr>
          <p:cNvPr id="6" name="Grafik 5" descr="Ein Bild, das Logo, Grafiken, Schrift, Symbol enthält.&#10;&#10;KI-generierte Inhalte können fehlerhaft sein.">
            <a:extLst>
              <a:ext uri="{FF2B5EF4-FFF2-40B4-BE49-F238E27FC236}">
                <a16:creationId xmlns:a16="http://schemas.microsoft.com/office/drawing/2014/main" id="{1B2891AB-996A-DD0A-3529-51F9FF5937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0609" y="6219825"/>
            <a:ext cx="510326" cy="50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466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CAE1356-E79B-7444-CDD9-151AE1925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B9245-2B6B-4048-B52D-66F9C2254AD3}" type="datetimeFigureOut">
              <a:rPr lang="de-AT" smtClean="0"/>
              <a:t>05.03.26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84952AC-9135-19A0-414A-16C91F0C6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63040F0-D932-8B6C-E67F-2D52F4B78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D024B-27DA-D84E-99FA-6FD47CDC0192}" type="slidenum">
              <a:rPr lang="de-AT" smtClean="0"/>
              <a:t>‹Nr.›</a:t>
            </a:fld>
            <a:endParaRPr lang="de-AT"/>
          </a:p>
        </p:txBody>
      </p:sp>
      <p:pic>
        <p:nvPicPr>
          <p:cNvPr id="5" name="Grafik 4" descr="Ein Bild, das Logo, Grafiken, Schrift, Symbol enthält.&#10;&#10;KI-generierte Inhalte können fehlerhaft sein.">
            <a:extLst>
              <a:ext uri="{FF2B5EF4-FFF2-40B4-BE49-F238E27FC236}">
                <a16:creationId xmlns:a16="http://schemas.microsoft.com/office/drawing/2014/main" id="{D135200C-0661-2C23-C619-5F3D083345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0609" y="6219825"/>
            <a:ext cx="510326" cy="50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550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F856D9-12C7-6C6B-4545-26A2E14CD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D3EE04E-3801-33F6-4B39-952E22670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1C9DF7C-451C-F71B-D29A-B0DA3970DA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4EE4FC4-BB56-7A06-F8BB-1DC9EC046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B9245-2B6B-4048-B52D-66F9C2254AD3}" type="datetimeFigureOut">
              <a:rPr lang="de-AT" smtClean="0"/>
              <a:t>05.03.26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0F25297-501A-48A5-7DC6-F21BC3A25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8E6B041-E0C3-B8E3-0403-4EC230CB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D024B-27DA-D84E-99FA-6FD47CDC0192}" type="slidenum">
              <a:rPr lang="de-AT" smtClean="0"/>
              <a:t>‹Nr.›</a:t>
            </a:fld>
            <a:endParaRPr lang="de-AT"/>
          </a:p>
        </p:txBody>
      </p:sp>
      <p:pic>
        <p:nvPicPr>
          <p:cNvPr id="8" name="Grafik 7" descr="Ein Bild, das Logo, Grafiken, Schrift, Symbol enthält.&#10;&#10;KI-generierte Inhalte können fehlerhaft sein.">
            <a:extLst>
              <a:ext uri="{FF2B5EF4-FFF2-40B4-BE49-F238E27FC236}">
                <a16:creationId xmlns:a16="http://schemas.microsoft.com/office/drawing/2014/main" id="{253D7549-23FF-CF2D-A985-5A97E55B65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0609" y="6219825"/>
            <a:ext cx="510326" cy="50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918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1FBE58-614C-CEC5-0B7A-E2559D470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0AC710A-28D9-693F-6975-81A7053951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85D06FE-85BB-2DEF-5C46-226936FC54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B10A397-5B03-A4A2-9897-A97BF5AE8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B9245-2B6B-4048-B52D-66F9C2254AD3}" type="datetimeFigureOut">
              <a:rPr lang="de-AT" smtClean="0"/>
              <a:t>05.03.26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C59F9A3-C9EF-3E4A-1AF0-DF2BF4513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F0DFBAF-5723-9AA6-9FE4-D32D5B1E7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D024B-27DA-D84E-99FA-6FD47CDC0192}" type="slidenum">
              <a:rPr lang="de-AT" smtClean="0"/>
              <a:t>‹Nr.›</a:t>
            </a:fld>
            <a:endParaRPr lang="de-AT"/>
          </a:p>
        </p:txBody>
      </p:sp>
      <p:pic>
        <p:nvPicPr>
          <p:cNvPr id="8" name="Grafik 7" descr="Ein Bild, das Logo, Grafiken, Schrift, Symbol enthält.&#10;&#10;KI-generierte Inhalte können fehlerhaft sein.">
            <a:extLst>
              <a:ext uri="{FF2B5EF4-FFF2-40B4-BE49-F238E27FC236}">
                <a16:creationId xmlns:a16="http://schemas.microsoft.com/office/drawing/2014/main" id="{A7736AC6-A57B-2F74-302C-7A94C4C906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0609" y="6219825"/>
            <a:ext cx="510326" cy="50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13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70A6F7-249C-3451-DB61-9085A6FC5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E7245E7-4B32-5E80-1103-ECBC1C409D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25915F5-01A8-B18E-B73F-46FE1BBAA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B9245-2B6B-4048-B52D-66F9C2254AD3}" type="datetimeFigureOut">
              <a:rPr lang="de-AT" smtClean="0"/>
              <a:t>05.03.26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709C24D-DC87-1C13-A1C6-5249762F3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058B56C-B7FE-4720-9B87-393F44741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D024B-27DA-D84E-99FA-6FD47CDC0192}" type="slidenum">
              <a:rPr lang="de-AT" smtClean="0"/>
              <a:t>‹Nr.›</a:t>
            </a:fld>
            <a:endParaRPr lang="de-AT"/>
          </a:p>
        </p:txBody>
      </p:sp>
      <p:pic>
        <p:nvPicPr>
          <p:cNvPr id="7" name="Grafik 6" descr="Ein Bild, das Logo, Grafiken, Schrift, Symbol enthält.&#10;&#10;KI-generierte Inhalte können fehlerhaft sein.">
            <a:extLst>
              <a:ext uri="{FF2B5EF4-FFF2-40B4-BE49-F238E27FC236}">
                <a16:creationId xmlns:a16="http://schemas.microsoft.com/office/drawing/2014/main" id="{6D35E8D3-99F0-0DA3-8ACF-C14073DE97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0609" y="6219825"/>
            <a:ext cx="510326" cy="50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540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B3C04FE-6C65-67C6-9A1C-CC6BFA82E0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33F0576-600B-0F01-B739-5BD183A93B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6B1BB1-4A05-5BE5-48A2-6A8D02A74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B9245-2B6B-4048-B52D-66F9C2254AD3}" type="datetimeFigureOut">
              <a:rPr lang="de-AT" smtClean="0"/>
              <a:t>05.03.26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E4D413B-1E68-41B3-EDC5-DE47FC786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A9BDB2-99C1-4F1D-8017-E8EEF2F38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D024B-27DA-D84E-99FA-6FD47CDC0192}" type="slidenum">
              <a:rPr lang="de-AT" smtClean="0"/>
              <a:t>‹Nr.›</a:t>
            </a:fld>
            <a:endParaRPr lang="de-AT"/>
          </a:p>
        </p:txBody>
      </p:sp>
      <p:pic>
        <p:nvPicPr>
          <p:cNvPr id="7" name="Grafik 6" descr="Ein Bild, das Logo, Grafiken, Schrift, Symbol enthält.&#10;&#10;KI-generierte Inhalte können fehlerhaft sein.">
            <a:extLst>
              <a:ext uri="{FF2B5EF4-FFF2-40B4-BE49-F238E27FC236}">
                <a16:creationId xmlns:a16="http://schemas.microsoft.com/office/drawing/2014/main" id="{6B64ACC2-E4CF-1C8C-0D53-8110BFD376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0609" y="6219825"/>
            <a:ext cx="510326" cy="50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751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A35BF7B-44FA-AC84-E92B-7C4BA128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6458A13-16CB-87FB-58DE-86FA14C5B9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B95637D-5861-4F5B-34EB-6A5E23EDA9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5B9245-2B6B-4048-B52D-66F9C2254AD3}" type="datetimeFigureOut">
              <a:rPr lang="de-AT" smtClean="0"/>
              <a:t>05.03.26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BC6BE8E-FC58-2D53-CE2C-0A9921F685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4E8E35B-3051-70D0-72DC-92FD89B870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7D024B-27DA-D84E-99FA-6FD47CDC019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63768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fik 15" descr="Ein Bild, das Schrift, Logo, Grafiken, Symbol enthält.&#10;&#10;KI-generierte Inhalte können fehlerhaft sein.">
            <a:extLst>
              <a:ext uri="{FF2B5EF4-FFF2-40B4-BE49-F238E27FC236}">
                <a16:creationId xmlns:a16="http://schemas.microsoft.com/office/drawing/2014/main" id="{46CDFCAB-FC7F-8A98-BE2E-71474030F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776874"/>
            <a:ext cx="7772400" cy="2724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983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05B012-D03E-DDE4-9B53-A0C2CC741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CC03846-D066-41A4-7259-C96C5CE90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115409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Breitbild</PresentationFormat>
  <Paragraphs>0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Klement Tobias</dc:creator>
  <cp:lastModifiedBy>Klement Tobias</cp:lastModifiedBy>
  <cp:revision>6</cp:revision>
  <dcterms:created xsi:type="dcterms:W3CDTF">2026-03-05T09:34:52Z</dcterms:created>
  <dcterms:modified xsi:type="dcterms:W3CDTF">2026-03-05T10:55:46Z</dcterms:modified>
</cp:coreProperties>
</file>